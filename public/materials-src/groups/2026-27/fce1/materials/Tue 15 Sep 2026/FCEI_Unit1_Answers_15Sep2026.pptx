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notesMasterIdLst>
    <p:notesMasterId r:id="rId6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together. Ask for the answer, then press to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1, pages 8 and 9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Answers, one at a time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9319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the right arrow. One answer appears each time, so nobody can read ahead.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the whole sentence before I press it.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58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58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92440" y="431596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83880" y="43159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58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92440" y="431596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83880" y="43159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92440" y="479145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7914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92440" y="431596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83880" y="43159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92440" y="479145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7914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92440" y="526694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3880" y="52669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feeling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bus is full and drives straight past you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092440" y="146304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83880" y="14630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195681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friend tells you her dog died on Sunday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92440" y="193852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93852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43230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were certain you had failed. You passed.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41401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241401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walk into the wrong classroom. Thirty faces turn.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288950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83880" y="2889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383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Forty seconds of mascletà, and you cannot believe it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092440" y="336499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83880" y="336499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85876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morning, still awake, thinking about the exam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384048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anxiety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said you had not touched his headphones. You had.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8092440" y="4315968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183880" y="431596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guilt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80974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up to speak and you know you can do it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8092440" y="4791456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183880" y="479145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28523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Valencia score in the 93rd minute at Mestalla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8092440" y="5266944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3880" y="52669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joy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760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 week of revision, nothing is going in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8092440" y="5742432"/>
            <a:ext cx="3429000" cy="402336"/>
          </a:xfrm>
          <a:prstGeom prst="roundRect">
            <a:avLst>
              <a:gd name="adj" fmla="val 27273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83880" y="574243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despair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7922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23408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5528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0624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398678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23408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5528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0624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398678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5156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955280" y="28895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0624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398678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20624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43814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398678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06240" y="398678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51560" y="453542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58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annoyance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20624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55280" y="508406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annoyance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disappointed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disappointing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20624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55280" y="5632704"/>
            <a:ext cx="1737360" cy="310896"/>
          </a:xfrm>
          <a:prstGeom prst="roundRect">
            <a:avLst>
              <a:gd name="adj" fmla="val 29412"/>
            </a:avLst>
          </a:prstGeom>
          <a:solidFill>
            <a:srgbClr val="EFEFEA"/>
          </a:solidFill>
          <a:ln w="12700">
            <a:solidFill>
              <a:srgbClr val="D8D8D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58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feeling, three words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NOUN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PERSON FEELS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95528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CAUSES IT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737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amazement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amazing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860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2860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955280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346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834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embarrassment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0" y="2834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embarrassing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38328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excited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3383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exciting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93192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9319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20624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3931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worrying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4805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4805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annoyance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2062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annoyed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95528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annoying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029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0292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disappointment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20624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disappointed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955280" y="50292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disappointing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57784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577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5577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confused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5577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confusing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58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58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2340864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58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2340864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3099816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3099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58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2340864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3099816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3099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3858768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58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2340864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3099816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3099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3858768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0" y="461772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58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-ed is the person, -ing is the cause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6002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completely ___ (amaze) by the mascletà.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778240" y="158191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0" y="15819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59152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5915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a bus that never comes is ___ (frustrate).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778240" y="2340864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0" y="234086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frustrating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118104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181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felt ___ (embarrass) when she answered the wrong question.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778240" y="3099816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869680" y="30998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embarrassed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877056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87705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episode of the series was really ___ (disappoint).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78240" y="3858768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869680" y="38587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disappointing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636008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6360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is ___ (worry) about the speaking test on Thursday.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778240" y="4617720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46177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worried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394960"/>
            <a:ext cx="384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3949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hours of grammar with no break is quite ___ (tire).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78240" y="5376672"/>
            <a:ext cx="2743200" cy="457200"/>
          </a:xfrm>
          <a:prstGeom prst="roundRect">
            <a:avLst>
              <a:gd name="adj" fmla="val 24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869680" y="53766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tiring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58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58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58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58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58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miserable, gloomy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58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miserable, gloomy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rough, harsh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58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miserable, gloomy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rough, harsh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1960" y="527608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51960" y="52760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5285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Plus, minus, and the opposite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147218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51960" y="147218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48132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95681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bad-tempered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51960" y="194767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51960" y="19476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195681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good-tempered, cheerful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432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43230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51960" y="242316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51960" y="2423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32120" y="243230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disloyal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9077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1960" y="289864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251960" y="289864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532120" y="290779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kind, generous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383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51960" y="337413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251960" y="337413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532120" y="3383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childish, immature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85876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aggressive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251960" y="3849624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51960" y="38496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532120" y="38587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gentle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334256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cheerful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251960" y="4325112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251960" y="432511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5532120" y="4334256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miserable, gloomy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8097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51960" y="4800600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6BAE2E"/>
          </a:solidFill>
          <a:ln w="1270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251960" y="480060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5532120" y="4809744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rough, harsh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5285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stubborn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251960" y="5276088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2542C"/>
          </a:solidFill>
          <a:ln w="12700">
            <a:solidFill>
              <a:srgbClr val="E2542C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251960" y="527608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5532120" y="528523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word: open to reason</a:t>
            </a:r>
            <a:endParaRPr lang="en-US" sz="16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760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760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251960" y="5751576"/>
            <a:ext cx="1051560" cy="402336"/>
          </a:xfrm>
          <a:prstGeom prst="roundRect">
            <a:avLst>
              <a:gd name="adj" fmla="val 27273"/>
            </a:avLst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51960" y="57515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5532120" y="57607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insensitive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58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58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58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58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58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58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58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58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4069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fact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58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4069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fact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03720" y="450799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67728" y="4507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4517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58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4069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fact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03720" y="450799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67728" y="4507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4517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03720" y="494690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67728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189720" y="4956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 that annoys him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58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4069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fact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03720" y="450799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67728" y="4507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4517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03720" y="494690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67728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189720" y="4956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 that annoys him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03720" y="538581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67728" y="5385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9189720" y="5394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timetable, so present simple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58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letter to Shrewsbury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4475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___ (look) tiny next to Valencia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143560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967728" y="1435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144475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general truth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88366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188366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 ___ (love) that river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187452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67728" y="1874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188366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2257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32257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Normally I ___ (get) the metro at half past seven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31343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67728" y="231343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918972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habit, normally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7614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6148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___ (repair) the line all this month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903720" y="275234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67728" y="275234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repairing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7614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2004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320040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 ___ (walk) instead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903720" y="319125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67728" y="319125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walking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temporary, not his habit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6393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51560" y="363931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___ (take) me forty minutes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03720" y="363016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967728" y="363016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8972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fact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078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1051560" y="40782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Turia gardens ___ (be) on the way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903720" y="4069080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967728" y="4069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9189720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fact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45171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051560" y="4517136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sister ___ (stay) with us until December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903720" y="4507992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67728" y="4507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staying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189720" y="45171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40080" y="495604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51560" y="4956048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___ (always, leave) her wet towels on my bed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903720" y="4946904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67728" y="4946904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always leaving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9189720" y="49560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habit that annoys him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40080" y="53949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1051560" y="53949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train ___ (leave) at 7.40 on Friday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903720" y="5385816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967728" y="5385816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9189720" y="539496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timetable, so present simple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40080" y="58338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B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1051560" y="5833872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___ (want) to hear about the new school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903720" y="5824728"/>
            <a:ext cx="2148840" cy="384048"/>
          </a:xfrm>
          <a:prstGeom prst="roundRect">
            <a:avLst>
              <a:gd name="adj" fmla="val 2381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67728" y="5824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189720" y="58338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stative verb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58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58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58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2452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58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2452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2452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356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58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2452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2452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356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24528" y="43434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losing her keys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43434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telling the same three stories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58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4D81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1206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· PART B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68096"/>
            <a:ext cx="10881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Nora and Diego</a:t>
            </a:r>
            <a:endParaRPr lang="en-US" sz="31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13716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DIEGO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2452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Ruzafa, staying in Gandia this month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863840" y="173736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73568" y="173736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Benimaclet, shares with three others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or works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2452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café on Saturdays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863840" y="260604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73568" y="260604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teaches swimming every morning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Doing this month or term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11480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2452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French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863840" y="347472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3568" y="347472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sports nutrition course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4343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doing it, and it annoys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224528" y="43434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losing her keys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863840" y="434340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434340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telling the same three stories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212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arranged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114800" y="521208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24528" y="521208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Toulouse in January, flight at 6.15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863840" y="5212080"/>
            <a:ext cx="3566160" cy="731520"/>
          </a:xfrm>
          <a:prstGeom prst="roundRect">
            <a:avLst>
              <a:gd name="adj" fmla="val 15000"/>
            </a:avLst>
          </a:prstGeom>
          <a:solidFill>
            <a:srgbClr val="F1F8E8"/>
          </a:solidFill>
          <a:ln w="15240">
            <a:solidFill>
              <a:srgbClr val="6BAE2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73568" y="5212080"/>
            <a:ext cx="33467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F6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Shrewsbury in July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7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 Language Centre  ·  FCE I  ·  15 September 2026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0241280" y="6355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/ 58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73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Somerset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2240280" y="146304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</a:t>
            </a:r>
            <a:endParaRPr lang="en-US" sz="700" dirty="0"/>
          </a:p>
          <a:p>
            <a:pPr indent="0" marL="0">
              <a:lnSpc>
                <a:spcPts val="900"/>
              </a:lnSpc>
              <a:buNone/>
            </a:pPr>
            <a:r>
              <a:rPr lang="en-US" sz="700" b="1" spc="200" kern="0" dirty="0">
                <a:solidFill>
                  <a:srgbClr val="D8EB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BA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THURSDAY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true sentences, one lie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576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in the present simple, two in the present continuous, and one more that is false.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C9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Thursday your partner has to find the false one. Make it hard.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2026-09-15T14:41:19Z</dcterms:created>
  <dcterms:modified xsi:type="dcterms:W3CDTF">2026-09-15T14:41:19Z</dcterms:modified>
</cp:coreProperties>
</file>