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D8E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D8E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1, PAGES 8 AND 9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Answers, one at a time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the right arrow. One answer appears each time.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the whole thing before I press it.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noun to the adjective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9568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907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383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despair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858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3342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8097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5760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noun to the adjective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47218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4721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overjoyed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432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07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383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despair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858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3342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8097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760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noun to the adjective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47218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4721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overjoyed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1947672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9476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907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383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despair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858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3342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8097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5760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noun to the adjective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47218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4721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overjoyed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1947672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9476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06240" y="2423160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24231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relieved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383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despair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858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3342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8097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760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noun to the adjective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47218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4721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overjoyed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1947672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9476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06240" y="2423160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24231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relieved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06240" y="2898648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289864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83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despair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858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3342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48097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5760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50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noun to the adjective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47218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4721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overjoyed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1947672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9476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06240" y="2423160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24231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relieved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06240" y="2898648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289864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83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despair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06240" y="3374136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0" y="33741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desperate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33832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does not look like its noun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858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3342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8097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5760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50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noun to the adjective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47218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4721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overjoyed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1947672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9476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06240" y="2423160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24231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relieved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06240" y="2898648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289864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83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despair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06240" y="3374136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0" y="33741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desperate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33832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does not look like its noun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858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06240" y="384962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97680" y="384962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guilty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3342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8097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760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50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noun to the adjective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47218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4721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overjoyed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1947672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9476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06240" y="2423160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24231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relieved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06240" y="2898648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289864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83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despair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06240" y="3374136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0" y="33741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desperate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33832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does not look like its noun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858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06240" y="384962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97680" y="384962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guilty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3342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06240" y="4325112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97680" y="43251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635240" y="433425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double r, double 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8097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" y="5760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50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noun to the adjective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47218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4721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overjoyed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1947672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9476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06240" y="2423160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24231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relieved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06240" y="2898648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289864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83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despair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06240" y="3374136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0" y="33741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desperate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33832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does not look like its noun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858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06240" y="384962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97680" y="384962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guilty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3342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06240" y="4325112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97680" y="43251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635240" y="433425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double r, double 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8097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06240" y="4800600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97680" y="48006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anxious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7635240" y="480974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not "nervous"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051560" y="5760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50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noun to the adjective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47218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4721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overjoyed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1947672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9476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06240" y="2423160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24231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relieved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06240" y="2898648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289864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83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despair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06240" y="3374136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0" y="33741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desperate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33832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does not look like its noun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858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06240" y="384962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97680" y="384962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guilty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3342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06240" y="4325112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97680" y="43251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635240" y="433425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double r, double 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8097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06240" y="4800600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97680" y="48006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anxious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7635240" y="480974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not "nervous"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06240" y="5276088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97680" y="52760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1051560" y="5760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50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noun to the adjective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47218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97680" y="14721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overjoyed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6240" y="1947672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94767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06240" y="2423160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97680" y="242316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relieved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06240" y="2898648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97680" y="289864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832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despair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06240" y="3374136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97680" y="33741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desperate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338328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does not look like its noun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8587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06240" y="3849624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97680" y="384962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guilty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33425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06240" y="4325112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97680" y="432511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635240" y="433425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double r, double 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8097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06240" y="4800600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97680" y="48006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anxious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7635240" y="480974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not "nervous"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52852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06240" y="5276088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97680" y="527608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</a:t>
            </a:r>
            <a:endParaRPr lang="en-US" sz="17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1051560" y="57607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206240" y="5751576"/>
            <a:ext cx="32004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297680" y="575157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sympathetic</a:t>
            </a:r>
            <a:endParaRPr lang="en-US" sz="1700" dirty="0"/>
          </a:p>
        </p:txBody>
      </p:sp>
      <p:sp>
        <p:nvSpPr>
          <p:cNvPr id="49" name="Text 47"/>
          <p:cNvSpPr txBox="1"/>
          <p:nvPr/>
        </p:nvSpPr>
        <p:spPr>
          <a:xfrm>
            <a:off x="7635240" y="576072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54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ends in -ic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50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expressions the exam likes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in agony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514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514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edge of your seat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290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429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under someone's skin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3434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343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lost for words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2578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257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regret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50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expressions the exam likes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in agony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40680" y="16002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1600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00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 a lot of pain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514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514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edge of your seat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290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429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under someone's skin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3434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343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lost for words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2578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257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regret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50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expressions the exam likes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in agony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40680" y="16002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1600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00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 a lot of pain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514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514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edge of your seat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40680" y="25146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0680" y="25146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55080" y="25146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514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excited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290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429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under someone's skin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3434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343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lost for words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2578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257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regret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50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expressions the exam likes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in agony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40680" y="16002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1600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00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 a lot of pain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514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514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edge of your seat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40680" y="25146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0680" y="25146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55080" y="25146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514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excited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290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429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under someone's skin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40680" y="34290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34290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55080" y="34290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3429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someone upset or irritated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3434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343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lost for words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2578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257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regret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50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expressions the exam likes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in agony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40680" y="16002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1600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00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 a lot of pain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514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514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edge of your seat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40680" y="25146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0680" y="25146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55080" y="25146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514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excited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290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429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under someone's skin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40680" y="34290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34290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55080" y="34290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3429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someone upset or irritated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3434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343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lost for words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440680" y="43434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40680" y="4343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355080" y="43434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4343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shocked and surprised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2578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257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regret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50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expressions the exam likes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in agony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40680" y="16002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40680" y="16002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6002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 a lot of pain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5146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514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edge of your seat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40680" y="25146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0680" y="25146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355080" y="25146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514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excited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290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429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under someone's skin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40680" y="34290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34290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55080" y="34290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46520" y="3429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someone upset or irritated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3434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3434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lost for words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5440680" y="43434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40680" y="43434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355080" y="43434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4343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shocked and surprised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25780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257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regret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5440680" y="5257800"/>
            <a:ext cx="685800" cy="502920"/>
          </a:xfrm>
          <a:prstGeom prst="roundRect">
            <a:avLst>
              <a:gd name="adj" fmla="val 21818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40680" y="52578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355080" y="525780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46520" y="52578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 sadness. formal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50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or both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9568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arrogant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9077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383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8587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3342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8097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2852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57607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50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or both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arrogant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323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9077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383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8587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3342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8097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2852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57607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50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or both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arrogant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modest, humble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383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8587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3342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8097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52852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7607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50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or both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arrogant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modest, humble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383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8587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43342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8097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52852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7607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50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or both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arrogant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modest, humble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1960" y="289864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0779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83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38587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3342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48097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52852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57607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50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or both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arrogant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modest, humble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1960" y="289864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0779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83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1960" y="3374136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51960" y="33741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338328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childish, immature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8587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3342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48097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2852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57607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50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or both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arrogant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modest, humble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1960" y="289864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0779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83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1960" y="3374136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51960" y="33741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338328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childish, immature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8587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51960" y="384962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51960" y="38496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385876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kind, generous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3342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48097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" y="52852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57607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50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or both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arrogant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modest, humble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1960" y="289864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0779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83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1960" y="3374136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51960" y="33741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338328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childish, immature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8587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51960" y="384962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51960" y="38496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385876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kind, generous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3342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51960" y="432511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51960" y="432511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532120" y="433425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word: open to reason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8097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051560" y="52852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1051560" y="57607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50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or both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arrogant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modest, humble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1960" y="289864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0779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83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1960" y="3374136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51960" y="33741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338328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childish, immature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8587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51960" y="384962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51960" y="38496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385876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kind, generous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3342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51960" y="432511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51960" y="432511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532120" y="433425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word: open to reason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8097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51960" y="480060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51960" y="48006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532120" y="480974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insensitive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52852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1051560" y="57607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50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or both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arrogant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modest, humble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1960" y="289864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0779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83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1960" y="3374136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51960" y="33741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338328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childish, immature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8587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51960" y="384962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51960" y="38496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385876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kind, generous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3342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51960" y="432511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51960" y="432511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532120" y="433425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word: open to reason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8097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51960" y="480060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51960" y="48006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532120" y="480974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insensitive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52852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51960" y="527608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51960" y="52760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5532120" y="528523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57607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50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or both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arrogant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modest, humble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1960" y="289864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0779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8328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1960" y="3374136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51960" y="33741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338328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childish, immature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8587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51960" y="384962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51960" y="38496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385876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kind, generous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3342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51960" y="432511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51960" y="432511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532120" y="433425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word: open to reason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80974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51960" y="480060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51960" y="48006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532120" y="480974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insensitive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528523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51960" y="527608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51960" y="52760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5532120" y="528523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57607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251960" y="5751576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251960" y="575157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5532120" y="57607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mature, grown-up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50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letter, thirteen gaps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194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194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photo you ___ (stand) outside a school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5694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569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9443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44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94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forty minutes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0690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069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English ___ (get) better and better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443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818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818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1937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193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5686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55686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___ (meet) my cousin there at lunchtime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943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943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50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letter, thirteen gaps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43560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435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94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194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photo you ___ (stand) outside a school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5694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569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9443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944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694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forty minutes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0690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069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English ___ (get) better and better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443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818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4818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1937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5193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5686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55686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___ (meet) my cousin there at lunchtime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943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943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50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letter, thirteen gaps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43560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435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81051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810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94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94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photo you ___ (stand) outside a school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5694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569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29443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2944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694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forty minutes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0690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069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English ___ (get) better and better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443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818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818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1937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5193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5686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55686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___ (meet) my cousin there at lunchtime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943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5943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50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letter, thirteen gaps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43560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435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81051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810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94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94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photo you ___ (stand) outside a school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18541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standing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a picture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5694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569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29443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2944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694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forty minutes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0690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069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English ___ (get) better and better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443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818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818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1937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5193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5686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5686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___ (meet) my cousin there at lunchtime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943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5943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50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letter, thirteen gaps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43560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435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81051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810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94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94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photo you ___ (stand) outside a school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18541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standing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a picture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5694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569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256032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569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9443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944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3694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forty minutes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0690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4069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English ___ (get) better and better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443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818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818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1937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5193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5686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" y="55686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___ (meet) my cousin there at lunchtime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943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5943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50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letter, thirteen gaps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43560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435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81051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810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94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94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photo you ___ (stand) outside a school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18541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standing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a picture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5694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569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256032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569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9443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944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2935224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12280" y="29352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3694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forty minutes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0690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4069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English ___ (get) better and better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4443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4818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4818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1937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5193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55686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51560" y="55686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___ (meet) my cousin there at lunchtime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5943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51560" y="5943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50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letter, thirteen gaps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43560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435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81051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810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94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94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photo you ___ (stand) outside a school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18541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standing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a picture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5694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569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256032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569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9443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944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2935224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12280" y="29352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20840" y="331012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3310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3319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694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forty minutes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0690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4069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English ___ (get) better and better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4443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4818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4818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51937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1051560" y="5193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55686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55686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___ (meet) my cousin there at lunchtime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5943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051560" y="5943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50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letter, thirteen gaps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43560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435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81051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810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94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94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photo you ___ (stand) outside a school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18541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standing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a picture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5694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569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256032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569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9443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944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2935224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12280" y="29352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20840" y="331012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3310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3319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694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forty minutes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720840" y="368503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12280" y="36850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0" y="3694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0690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069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English ___ (get) better and better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4443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51560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4818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1051560" y="4818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51937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51560" y="5193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55686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1051560" y="55686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___ (meet) my cousin there at lunchtime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5943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5943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50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letter, thirteen gaps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43560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435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81051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810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94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94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photo you ___ (stand) outside a school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18541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standing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a picture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5694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569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256032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569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9443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944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2935224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12280" y="29352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20840" y="331012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3310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3319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694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forty minutes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720840" y="368503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12280" y="36850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0" y="3694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0690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069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English ___ (get) better and better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720840" y="405993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12280" y="40599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getting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4069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changing situation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4443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4818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051560" y="4818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51937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51560" y="5193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55686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51560" y="55686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___ (meet) my cousin there at lunchtime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40080" y="5943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051560" y="5943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50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letter, thirteen gaps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43560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435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81051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810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94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94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photo you ___ (stand) outside a school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18541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standing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a picture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5694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569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256032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569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9443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944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2935224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12280" y="29352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20840" y="331012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3310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3319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694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forty minutes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720840" y="368503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12280" y="36850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0" y="3694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0690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069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English ___ (get) better and better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720840" y="405993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12280" y="40599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getting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4069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changing situation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4443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720840" y="443484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812280" y="4434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staying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144000" y="44439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4818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4818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51937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1051560" y="5193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640080" y="55686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51560" y="55686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___ (meet) my cousin there at lunchtime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943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51560" y="5943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50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letter, thirteen gaps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43560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435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81051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810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94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94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photo you ___ (stand) outside a school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18541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standing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a picture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5694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569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256032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569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9443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944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2935224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12280" y="29352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20840" y="331012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3310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3319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694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forty minutes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720840" y="368503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12280" y="36850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0" y="3694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0690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069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English ___ (get) better and better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720840" y="405993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12280" y="40599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getting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4069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changing situation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4443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720840" y="443484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812280" y="4434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staying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144000" y="44439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4818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4818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720840" y="4809744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812280" y="48097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always leaving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144000" y="4818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annoying habit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51937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51560" y="5193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40080" y="55686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1051560" y="55686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___ (meet) my cousin there at lunchtime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40080" y="5943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51560" y="5943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50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letter, thirteen gaps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43560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435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81051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810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94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94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photo you ___ (stand) outside a school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18541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standing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a picture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5694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569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256032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569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9443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944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2935224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12280" y="29352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20840" y="331012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3310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3319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694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forty minutes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720840" y="368503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12280" y="36850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0" y="3694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0690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069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English ___ (get) better and better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720840" y="405993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12280" y="40599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getting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4069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changing situation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4443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720840" y="443484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812280" y="4434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staying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144000" y="44439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4818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4818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720840" y="4809744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812280" y="48097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always leaving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144000" y="4818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annoying habit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51937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51560" y="5193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720840" y="518464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812280" y="5184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9144000" y="5193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timetable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640080" y="55686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51560" y="55686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___ (meet) my cousin there at lunchtime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640080" y="5943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1051560" y="5943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50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letter, thirteen gaps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43560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435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81051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810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94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94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photo you ___ (stand) outside a school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18541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standing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a picture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5694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569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256032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569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9443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944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2935224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12280" y="29352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20840" y="331012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3310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3319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694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forty minutes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720840" y="368503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12280" y="36850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0" y="3694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0690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069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English ___ (get) better and better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720840" y="405993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12280" y="40599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getting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4069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changing situation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4443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720840" y="443484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812280" y="4434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staying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144000" y="44439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4818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4818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720840" y="4809744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812280" y="48097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always leaving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144000" y="4818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annoying habit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51937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51560" y="5193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720840" y="518464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812280" y="5184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9144000" y="5193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timetable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640080" y="55686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51560" y="55686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___ (meet) my cousin there at lunchtime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720840" y="555955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812280" y="5559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meeting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9144000" y="55686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arrangement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640080" y="5943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51560" y="5943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50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letter, thirteen gaps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43560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12280" y="143560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14447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1965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1965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181051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12280" y="181051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18196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194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1945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second photo you ___ (stand) outside a school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20840" y="218541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12280" y="21854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standing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describing a picture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56946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56946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256032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2560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569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29443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294436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2935224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12280" y="293522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0" y="29443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319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31927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20840" y="331012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12280" y="331012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33192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36941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369417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forty minutes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720840" y="368503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12280" y="36850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144000" y="3694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0690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0690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English ___ (get) better and better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720840" y="405993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12280" y="40599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getting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9144000" y="4069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changing situation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444398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444398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720840" y="4434840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812280" y="4434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staying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9144000" y="44439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481888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4818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720840" y="4809744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812280" y="48097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always leaving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9144000" y="48188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annoying habit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519379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51560" y="5193792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720840" y="5184648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812280" y="51846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9144000" y="5193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timetable</a:t>
            </a:r>
            <a:endParaRPr lang="en-US" sz="1150" dirty="0"/>
          </a:p>
        </p:txBody>
      </p:sp>
      <p:sp>
        <p:nvSpPr>
          <p:cNvPr id="61" name="Text 59"/>
          <p:cNvSpPr txBox="1"/>
          <p:nvPr/>
        </p:nvSpPr>
        <p:spPr>
          <a:xfrm>
            <a:off x="640080" y="55686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051560" y="556869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___ (meet) my cousin there at lunchtime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720840" y="5559552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812280" y="5559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meeting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9144000" y="55686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arrangement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640080" y="5943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51560" y="5943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6720840" y="5934456"/>
            <a:ext cx="2286000" cy="347472"/>
          </a:xfrm>
          <a:prstGeom prst="roundRect">
            <a:avLst>
              <a:gd name="adj" fmla="val 31579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812280" y="59344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9144000" y="5943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150" dirty="0"/>
          </a:p>
        </p:txBody>
      </p:sp>
      <p:sp>
        <p:nvSpPr>
          <p:cNvPr id="71" name="Text 6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50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Nora and Diego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or works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this month or term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343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doing it, and it annoys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arranged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50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Nora and Diego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Ruzafa, staying in Gandia this month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Benimaclet, shares with three others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or works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this month or term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doing it, and it annoys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arranged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/ 50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Nora and Diego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Ruzafa, staying in Gandia this month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Benimaclet, shares with three others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or works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2606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café on Saturdays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86384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2606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teaches swimming every morning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this month or term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343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doing it, and it annoys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arranged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50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Nora and Diego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Ruzafa, staying in Gandia this month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Benimaclet, shares with three others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or works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2606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café on Saturdays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86384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2606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teaches swimming every morning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this month or term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0" y="3474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0624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French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863840" y="3474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sports nutrition course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343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doing it, and it annoys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arranged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50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Nora and Diego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Ruzafa, staying in Gandia this month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Benimaclet, shares with three others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or works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2606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café on Saturdays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86384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2606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teaches swimming every morning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this month or term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0" y="3474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0624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French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863840" y="3474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sports nutrition course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343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doing it, and it annoys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14800" y="434340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06240" y="4343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losing her keys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863840" y="434340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0" y="4343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telling the same three stories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arranged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50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Nora and Diego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Ruzafa, staying in Gandia this month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0" y="17373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Benimaclet, shares with three others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or works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2606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café on Saturdays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86384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0" y="26060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teaches swimming every morning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this month or term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0" y="3474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0624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French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863840" y="3474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0" y="3474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sports nutrition course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343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doing it, and it annoys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14800" y="434340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06240" y="4343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losing her keys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863840" y="434340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55280" y="43434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telling the same three stories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arranged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114800" y="521208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06240" y="5212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Toulouse in January, flight at 6.15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863840" y="521208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5280" y="5212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in July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Unit 1, pages 8 and 9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/ 50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7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D8E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D8E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MONDAY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9, exercise 5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9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five true sentences about yourself, three present simple and two present continuous,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9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one more that is false. Your partner has to find it. Make it hard.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2026-09-15T15:33:16Z</dcterms:created>
  <dcterms:modified xsi:type="dcterms:W3CDTF">2026-09-15T15:33:16Z</dcterms:modified>
</cp:coreProperties>
</file>